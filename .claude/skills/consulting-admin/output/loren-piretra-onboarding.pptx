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785464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Welcome, Loren.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8BC"/>
                </a:solidFill>
                <a:latin typeface="Calibri"/>
              </a:rPr>
              <a:t>Your AI Agent Setup — Everything You Need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57"/>
                </a:solidFill>
                <a:latin typeface="Calibri"/>
              </a:rPr>
              <a:t>TBD  ·  TBD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GBAutomation  ·  gbautomation.xyz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WELCOME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56616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BEFORE THE 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Complete the Pre-Session Prep Guide (~15 min)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List your daily tools and apps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Think through your top 3–5 work domains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Identify your most time-consuming recurring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5661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DURING THE CALL  (60 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Walk through your goals, tools, workflows, and preferences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We'll define your agent's personality and boundaries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Map out your top automation opportunities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005840"/>
            <a:ext cx="356616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AFTER THE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463040"/>
            <a:ext cx="3566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We build your full agent system within 5 business days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Deployment + walkthrough call included</a:t>
            </a:r>
          </a:p>
          <a:p>
            <a:pPr/>
            <a:r>
              <a:rPr sz="1300">
                <a:solidFill>
                  <a:srgbClr val="1A1A1A"/>
                </a:solidFill>
                <a:latin typeface="Calibri"/>
              </a:rPr>
              <a:t>• You own everything — all files, skills, and configs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WELCOME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What You'll Walk Away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Fully Configured AI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Running on your own infrastructure — your device, your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Custom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Step-by-step automations for your top recurring workflows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Domain Expert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Self-improving knowledge bases for each area of your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Scheduled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004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Cron jobs for morning briefs, reports, and recurring tasks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Complete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Every component explained — so you can grow it yourself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55778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97680"/>
            <a:ext cx="54864" cy="14630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Walkthrough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8463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Live demo showing exactly what your agent can 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BEFORE THE CALL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Have These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List of apps &amp; tools you use daily (Gmail, Notion, Slack, etc.)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5564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Any existing API keys (Anthropic, OpenAI, Brave, Stripe,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05456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Access to the device where your agent will run (Mac Mini, VPS, laptop)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00984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55264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Your phone for WhatsApp or Telegram channel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50792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Rough idea of your 3–5 work 'departments'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00600"/>
            <a:ext cx="347472" cy="347472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The most annoying recurring task you'd love to never do again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692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Session link: TBD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Prefer to Talk? Use Voice Intake Instead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11430000" cy="1554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Join this Meet link and speak your answers — it auto-transcribes, nothing gets lost.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TBD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Walk through every app you use at least weekly. What do you use it for?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Departments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If you hired 3–5 people to replace you, what would each person own?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74320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74320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7706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Your Most Annoying 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One recurring task that takes 30+ min and follows the same steps every 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690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Perfect Morning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5166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What would a useful daily AI message tell you? Data, format, tone?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4663440"/>
            <a:ext cx="3703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4663440"/>
            <a:ext cx="347472" cy="347472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4690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Agent Personality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5166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What should your agent call you? Professional, casual, playful?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1 — Your Tool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List every app or tool you use at least weekly. Don't know if it has an API? Just list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8016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2011680"/>
                <a:gridCol w="1920240"/>
              </a:tblGrid>
              <a:tr h="65151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App / Tool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You Use It For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Has an API?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Have API Key?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Example: Notion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Project management, notes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1">
                          <a:solidFill>
                            <a:srgbClr val="55555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 /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i="0">
                          <a:solidFill>
                            <a:srgbClr val="1A1A1A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2 — Your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If you hired 3–5 people to replace you, what would each person own? Give each role a name.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081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37160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“Content Production”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37160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682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33172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“Business Development”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33172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284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29184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3756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“Client Ops”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375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29184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25196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885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25196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5D8"/>
                </a:solidFill>
                <a:latin typeface="Calibri"/>
              </a:rPr>
              <a:t>e.g. “Personal Admin”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2976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425196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212080"/>
            <a:ext cx="411480" cy="4114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2486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212080"/>
            <a:ext cx="6858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52578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→ Owns: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5212080"/>
            <a:ext cx="3108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3 — Your Most Annoying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The one recurring task you'd love to automate away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The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298448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How often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984248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Rough steps (bullet by bullet):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55848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014216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04488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672584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562856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30952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221224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989320"/>
            <a:ext cx="182880" cy="1828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879592"/>
            <a:ext cx="10789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⚡  This is usually the first skill we build for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Exercise 4 — Your Perfect Morning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What would make you say "this message is incredibly useful" every morning?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990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Weather for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990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3258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Calendar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4767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74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Priority emails / messages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4767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News in my industry / niche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9631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Social media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9631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231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Task list / to-dos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4495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718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Project status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4495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718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Financial summary (revenue, expenses)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9359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20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Content performance (views, engagement)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59359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520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Custom metric or data feed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42232"/>
            <a:ext cx="274320" cy="274320"/>
          </a:xfrm>
          <a:prstGeom prst="rect">
            <a:avLst/>
          </a:prstGeom>
          <a:noFill/>
          <a:ln w="254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Other: _______________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PRE-SESSION PREP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Bonus — Your Agent's Personality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No pressure — we'll brainstorm on the call. Just start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What should your agent call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First name? Nickname? Title? (e.g. Greg, G, Boss)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258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What vibe do you want?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Professional assistant  ·  Casual friend  ·  Sharp executive  ·  Playful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6974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Got a name in mind for your agent?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Human name, creative name, acronym — or we'll brainstorm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069080"/>
            <a:ext cx="6126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Professional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Casual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Sharp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834640"/>
            <a:ext cx="1051560" cy="384048"/>
          </a:xfrm>
          <a:prstGeom prst="rect">
            <a:avLst/>
          </a:prstGeom>
          <a:solidFill>
            <a:srgbClr val="E8E5D8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Playful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834640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286207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Custom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SESSION AGENDA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60-Minute Session — 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Identity &amp; Soul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Define who your agent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005840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051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305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848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Tools &amp;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96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Map your tech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084832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1305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63824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095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1638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Domain 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753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Map your top workflows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163824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2095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42816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8853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42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Autonomy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6542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Set permissions and limits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4242816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42885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21808"/>
            <a:ext cx="1005840" cy="4572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675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218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Synthesis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733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Review and confirm everything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5321808"/>
            <a:ext cx="1645920" cy="45720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0" y="5367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46520"/>
            <a:ext cx="11430000" cy="201168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6446520"/>
            <a:ext cx="7619999" cy="20116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AFTER THE SESSION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Delivery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Process your transcript — build workspace files (SOUL.md, USER.md,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2–3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 domain expert systems — one per department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Quality validation and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Days 4–5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Deployment to your OpenClaw instance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Day 5–7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Walkthrough call — live demo of your full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You'll receive: all workspace files  ·  expert systems  ·  deployed skills  ·  quality report  ·  walkthrough call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Your Agent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OpenClaw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platform that runs your AI agent 24/7 — the OS for your personal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Your AI assistant. Has a name, personality, memory, and skills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Keeps your agent online and connected to messaging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Workspace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The folder where all your agent's configuration lives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SOUL.md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Your agent's values and communication style — like a constitution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MEMORY.md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Long-term facts your agent should never forget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specific task your agent knows how to do — like a recipe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Cron job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scheduled task that runs automatically (e.g. morning briefing at 7am)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Skills, Automation &amp;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860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'department' of your work (e.g. Content, Business, Personal)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repeatable process within a domain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 starts a workflow: time, event, heartbeat, or on-demand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Heartbeat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Periodic check-in — agent wakes up every 30 min to run a checklist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Approval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 point where the agent stops and asks you before continuing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Blast radius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 happens if something goes wrong — determines autonomy level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Autonomy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How independent your agent is: ask-everything ↔ just-get-it-done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Expert system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Self-improving knowledge package for one domain — gets smarter over time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KEY TERMS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AI Models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D977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Haiku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Simple tasks — file moves, data extraction,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Sonnet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$$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Most tasks — writing, research, scheduling, analysis</a:t>
                      </a:r>
                    </a:p>
                  </a:txBody>
                  <a:tcPr>
                    <a:solidFill>
                      <a:srgbClr val="E8E5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Thorough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$$$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Complex judgment — strategy, quality review, edge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64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57"/>
                </a:solidFill>
                <a:latin typeface="Calibri"/>
              </a:rPr>
              <a:t>SERVICE AGREEMENT</a:t>
            </a:r>
          </a:p>
        </p:txBody>
      </p:sp>
      <p:pic>
        <p:nvPicPr>
          <p:cNvPr id="4" name="Picture 3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011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Service Tiers &amp;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19050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$1,500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1–2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Up to 4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Quality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49377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777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57"/>
                </a:solidFill>
                <a:latin typeface="Calibri"/>
              </a:rPr>
              <a:t>MOST 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$2,500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3–4 Domains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Up to 8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✓  Quality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005840"/>
            <a:ext cx="3657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143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$4,000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68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5+ Domains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Unlimited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20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Discovery session (60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9044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Workspace files + gateway config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885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Domain expert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725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Deployment + walkthrough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056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✓  Quality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63640"/>
            <a:ext cx="11430000" cy="384048"/>
          </a:xfrm>
          <a:prstGeom prst="rect">
            <a:avLst/>
          </a:prstGeom>
          <a:solidFill>
            <a:srgbClr val="E8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Payment via Stripe: https://gbautomation.xyz/pay  ·  Visa, Mastercard, Amex accepted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b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625" y="137160"/>
            <a:ext cx="540006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You're All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636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the Pre-Session Prep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Exercises 1–4 — takes about 15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79192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34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9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Sign the Service Agreement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36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In your Google Drive folder — link sent to your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96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Complete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06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Stripe: https://gbautomation.xyz/pay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0056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00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Join on Session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772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8BC"/>
                </a:solidFill>
                <a:latin typeface="Calibri"/>
              </a:rPr>
              <a:t>TBD  ·  TBD PST  ·  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Questions? Reply to your welcome email or message greg@gbautomation.xyz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