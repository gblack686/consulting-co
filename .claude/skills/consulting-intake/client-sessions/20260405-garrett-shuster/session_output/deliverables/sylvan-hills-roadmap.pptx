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Sylvan Hills x GBAutomation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D97757"/>
                </a:solidFill>
                <a:latin typeface="Calibri"/>
              </a:rPr>
              <a:t>Engagement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99999"/>
                </a:solidFill>
                <a:latin typeface="Calibri"/>
              </a:rPr>
              <a:t>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80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"Garments for the man who has nothing to prove."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Phase 1: Community Briefs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56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D97757"/>
                </a:solidFill>
                <a:latin typeface="Calibri"/>
              </a:rPr>
              <a:t>ACTIVE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Daily Instagram engagement intelligence — identifying high-value posts in your niche and generating personalized draft comments to build authentic connections with your community.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55E3A"/>
                </a:solidFill>
                <a:latin typeface="Calibri"/>
              </a:rPr>
              <a:t>Timeline: Now — Already Running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Deliverables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Daily community brief delivered at 2pm PT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Draft comments tailored to Sylvan Hills brand voice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Post metadata: date + image description per comment (shipping now)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Engagement tracking across target accounts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Phase 2: Competitor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56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555555"/>
                </a:solidFill>
                <a:latin typeface="Calibri"/>
              </a:rPr>
              <a:t>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Automated monitoring of competitor Instagram accounts — posting frequency, engagement rates, trending aesthetics, hashtag strategy, and audience overlap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55E3A"/>
                </a:solidFill>
                <a:latin typeface="Calibri"/>
              </a:rPr>
              <a:t>Timeline: Unlocks after Phase 1 requirements met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Deliverables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Weekly competitor report across 3-5 tracked accounts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Engagement rate benchmarking (yours vs. competitors)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Trending aesthetics and visual style analysis in menswear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Hashtag performance comparison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Audience overlap and growth rate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Phase 3: Content Calendar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56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555555"/>
                </a:solidFill>
                <a:latin typeface="Calibri"/>
              </a:rPr>
              <a:t>PLANNED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AI-assisted content planning and scheduling — optimal posting times, hashtag research, caption generation, and visual content recommendations based on what's working.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55E3A"/>
                </a:solidFill>
                <a:latin typeface="Calibri"/>
              </a:rPr>
              <a:t>Timeline: Scoping begins after Phase 2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Deliverables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AI-generated content calendar (weekly cadence)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Optimal posting time recommendations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Caption drafts aligned with brand voice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Hashtag sets optimized for reach and engagement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Visual content recommendations based on competitor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PHASE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Phase 4: Growth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56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555555"/>
                </a:solidFill>
                <a:latin typeface="Calibri"/>
              </a:rPr>
              <a:t>PLANNED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Comprehensive growth dashboards and audience insights — follower acquisition, engagement trends, content performance scoring, and strategic growth recommendations.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55E3A"/>
                </a:solidFill>
                <a:latin typeface="Calibri"/>
              </a:rPr>
              <a:t>Timeline: Builds on Phase 2-3 data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Deliverables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Growth dashboard with key metrics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Follower acquisition and churn tracking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Content performance scoring (what works, what doesn't)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Audience demographic insights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Monthly strategic growth recommendations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What We Need From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To unlock the next phases, we need a few things set up on your end: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GitHub account username — so we can add you as a collaborator on the Sylvan Hills repo</a:t>
            </a:r>
          </a:p>
          <a:p>
            <a:pPr lvl="1">
              <a:spcAft>
                <a:spcPts val="400"/>
              </a:spcAft>
            </a:pPr>
            <a:r>
              <a:rPr sz="1250">
                <a:solidFill>
                  <a:srgbClr val="555555"/>
                </a:solidFill>
                <a:latin typeface="Calibri"/>
              </a:rPr>
              <a:t>   ◦ You'll get read access to workspace files, skill definitions, and brief configs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Instagram Business credentials — for deeper analytics access in Phase 2</a:t>
            </a:r>
          </a:p>
          <a:p>
            <a:pPr lvl="1">
              <a:spcAft>
                <a:spcPts val="400"/>
              </a:spcAft>
            </a:pPr>
            <a:r>
              <a:rPr sz="1250">
                <a:solidFill>
                  <a:srgbClr val="555555"/>
                </a:solidFill>
                <a:latin typeface="Calibri"/>
              </a:rPr>
              <a:t>   ◦ Business account API token or Meta Business Suite access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Competitor list — 3-5 Instagram accounts you watch closely</a:t>
            </a:r>
          </a:p>
          <a:p>
            <a:pPr lvl="1">
              <a:spcAft>
                <a:spcPts val="400"/>
              </a:spcAft>
            </a:pPr>
            <a:r>
              <a:rPr sz="1250">
                <a:solidFill>
                  <a:srgbClr val="555555"/>
                </a:solidFill>
                <a:latin typeface="Calibri"/>
              </a:rPr>
              <a:t>   ◦ We'll set up automated tracking for their posting patterns and engagement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Preferred notification channel — Telegram, WhatsApp, or email for brief delivery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Content calendar access — if you have one (spreadsheet, Notion, etc.)</a:t>
            </a:r>
          </a:p>
          <a:p>
            <a:pPr lvl="1">
              <a:spcAft>
                <a:spcPts val="400"/>
              </a:spcAft>
            </a:pPr>
            <a:r>
              <a:rPr sz="1250">
                <a:solidFill>
                  <a:srgbClr val="555555"/>
                </a:solidFill>
                <a:latin typeface="Calibri"/>
              </a:rPr>
              <a:t>   ◦ Helps us understand your posting rhythm for Phase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What's Already Running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Daily Community Brief — cron job running at 2pm PT via Sebastian (AI agent)</a:t>
            </a:r>
          </a:p>
          <a:p>
            <a:pPr lvl="1">
              <a:spcAft>
                <a:spcPts val="400"/>
              </a:spcAft>
            </a:pPr>
            <a:r>
              <a:rPr sz="1250">
                <a:solidFill>
                  <a:srgbClr val="555555"/>
                </a:solidFill>
                <a:latin typeface="Calibri"/>
              </a:rPr>
              <a:t>   ◦ Generates Instagram engagement intel and draft comments</a:t>
            </a:r>
          </a:p>
          <a:p>
            <a:pPr lvl="1">
              <a:spcAft>
                <a:spcPts val="400"/>
              </a:spcAft>
            </a:pPr>
            <a:r>
              <a:rPr sz="1250">
                <a:solidFill>
                  <a:srgbClr val="555555"/>
                </a:solidFill>
                <a:latin typeface="Calibri"/>
              </a:rPr>
              <a:t>   ◦ Enhancement incoming: post date + image description per comment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Google Drive — shared folder with all onboarding docs</a:t>
            </a:r>
          </a:p>
          <a:p>
            <a:pPr lvl="1">
              <a:spcAft>
                <a:spcPts val="400"/>
              </a:spcAft>
            </a:pPr>
            <a:r>
              <a:rPr sz="1250">
                <a:solidFill>
                  <a:srgbClr val="555555"/>
                </a:solidFill>
                <a:latin typeface="Calibri"/>
              </a:rPr>
              <a:t>   ◦ drive.google.com/drive/folders/1Czsj7LOeFEwr1DaZvw93yls-jG-2YN1x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GitHub Repository — gbauto/sylvan-hills (private repo)</a:t>
            </a:r>
          </a:p>
          <a:p>
            <a:pPr lvl="1">
              <a:spcAft>
                <a:spcPts val="400"/>
              </a:spcAft>
            </a:pPr>
            <a:r>
              <a:rPr sz="1250">
                <a:solidFill>
                  <a:srgbClr val="555555"/>
                </a:solidFill>
                <a:latin typeface="Calibri"/>
              </a:rPr>
              <a:t>   ◦ Workspace files, skill definitions, agent configuration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Sebastian — dedicated AI agent on Mac Mini infrastructure</a:t>
            </a:r>
          </a:p>
          <a:p>
            <a:pPr lvl="1">
              <a:spcAft>
                <a:spcPts val="400"/>
              </a:spcAft>
            </a:pPr>
            <a:r>
              <a:rPr sz="1250">
                <a:solidFill>
                  <a:srgbClr val="555555"/>
                </a:solidFill>
                <a:latin typeface="Calibri"/>
              </a:rPr>
              <a:t>   ◦ Runs scheduled tasks, manages briefs, powers automation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Branded onboarding materials — welcome docs, service agreement, prep guide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1.  Reply to this email with your GitHub username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2.  Share your top 3-5 competitor Instagram accounts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3.  Let us know your preferred notification channel (Telegram / WhatsApp / email)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4.  We'll grant you repo access and start scoping 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80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Calibri"/>
              </a:rPr>
              <a:t>greg@gbautomation.xyz  |  gbautomation.xyz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