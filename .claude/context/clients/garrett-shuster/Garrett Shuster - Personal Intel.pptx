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3" d="100"/>
          <a:sy n="123" d="100"/>
        </p:scale>
        <p:origin x="418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 Black" userId="8ebc40727c9b4e5d" providerId="LiveId" clId="{1BBF2585-8A42-4AB1-84D2-E4094699752F}"/>
    <pc:docChg chg="modSld sldOrd">
      <pc:chgData name="Greg Black" userId="8ebc40727c9b4e5d" providerId="LiveId" clId="{1BBF2585-8A42-4AB1-84D2-E4094699752F}" dt="2026-03-08T21:59:51.958" v="8" actId="20577"/>
      <pc:docMkLst>
        <pc:docMk/>
      </pc:docMkLst>
      <pc:sldChg chg="ord">
        <pc:chgData name="Greg Black" userId="8ebc40727c9b4e5d" providerId="LiveId" clId="{1BBF2585-8A42-4AB1-84D2-E4094699752F}" dt="2026-03-08T21:58:08.831" v="7"/>
        <pc:sldMkLst>
          <pc:docMk/>
          <pc:sldMk cId="0" sldId="256"/>
        </pc:sldMkLst>
      </pc:sldChg>
      <pc:sldChg chg="ord">
        <pc:chgData name="Greg Black" userId="8ebc40727c9b4e5d" providerId="LiveId" clId="{1BBF2585-8A42-4AB1-84D2-E4094699752F}" dt="2026-03-08T21:57:46.651" v="3"/>
        <pc:sldMkLst>
          <pc:docMk/>
          <pc:sldMk cId="0" sldId="257"/>
        </pc:sldMkLst>
      </pc:sldChg>
      <pc:sldChg chg="ord">
        <pc:chgData name="Greg Black" userId="8ebc40727c9b4e5d" providerId="LiveId" clId="{1BBF2585-8A42-4AB1-84D2-E4094699752F}" dt="2026-03-08T21:58:07.064" v="5"/>
        <pc:sldMkLst>
          <pc:docMk/>
          <pc:sldMk cId="0" sldId="258"/>
        </pc:sldMkLst>
      </pc:sldChg>
      <pc:sldChg chg="modSp mod">
        <pc:chgData name="Greg Black" userId="8ebc40727c9b4e5d" providerId="LiveId" clId="{1BBF2585-8A42-4AB1-84D2-E4094699752F}" dt="2026-03-08T21:59:51.958" v="8" actId="20577"/>
        <pc:sldMkLst>
          <pc:docMk/>
          <pc:sldMk cId="0" sldId="260"/>
        </pc:sldMkLst>
        <pc:spChg chg="mod">
          <ac:chgData name="Greg Black" userId="8ebc40727c9b4e5d" providerId="LiveId" clId="{1BBF2585-8A42-4AB1-84D2-E4094699752F}" dt="2026-03-08T21:59:51.958" v="8" actId="20577"/>
          <ac:spMkLst>
            <pc:docMk/>
            <pc:sldMk cId="0" sldId="260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arrett-shuste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instagram.com/garee_styles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garee_styles/p/DVYuT4oDnME/" TargetMode="External"/><Relationship Id="rId2" Type="http://schemas.openxmlformats.org/officeDocument/2006/relationships/hyperlink" Target="https://www.instagram.com/garee_styles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instagram.com/garee_styles/p/DVlt7weCrmr/" TargetMode="External"/><Relationship Id="rId4" Type="http://schemas.openxmlformats.org/officeDocument/2006/relationships/hyperlink" Target="https://www.instagram.com/garee_styles/p/DVd35STERwx/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garee_styles/p/DVYuT4oDnME/" TargetMode="External"/><Relationship Id="rId3" Type="http://schemas.openxmlformats.org/officeDocument/2006/relationships/hyperlink" Target="https://www.instagram.com/garee_styles/p/CnhwquXJ6x7/" TargetMode="External"/><Relationship Id="rId7" Type="http://schemas.openxmlformats.org/officeDocument/2006/relationships/hyperlink" Target="https://www.american.edu/kogod/news/kogod-new-ventures-foodytv.cfm" TargetMode="External"/><Relationship Id="rId2" Type="http://schemas.openxmlformats.org/officeDocument/2006/relationships/hyperlink" Target="https://www.linkedin.com/in/garrett-shuster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oundcloud.com/garrett-shuster" TargetMode="External"/><Relationship Id="rId5" Type="http://schemas.openxmlformats.org/officeDocument/2006/relationships/hyperlink" Target="https://www.instagram.com/garee_styles/p/DVlt7weCrmr/" TargetMode="External"/><Relationship Id="rId4" Type="http://schemas.openxmlformats.org/officeDocument/2006/relationships/hyperlink" Target="https://www.instagram.com/garee_styles/p/DVd35STERwx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garee_styles/p/DVd35STERwx/" TargetMode="External"/><Relationship Id="rId2" Type="http://schemas.openxmlformats.org/officeDocument/2006/relationships/hyperlink" Target="https://www.instagram.com/garee_styles/p/DVYuT4oDnME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instagram.com/garee_styles/p/CnhwquXJ6x7/" TargetMode="External"/><Relationship Id="rId5" Type="http://schemas.openxmlformats.org/officeDocument/2006/relationships/hyperlink" Target="https://www.instagram.com/garee_styles/" TargetMode="External"/><Relationship Id="rId4" Type="http://schemas.openxmlformats.org/officeDocument/2006/relationships/hyperlink" Target="https://www.instagram.com/garee_styles/p/DVlt7weCrm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nstagram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657600" cy="21984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8288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u="none">
                <a:solidFill>
                  <a:srgbClr val="2D2D2D"/>
                </a:solidFill>
                <a:latin typeface="Calibri"/>
                <a:hlinkClick r:id="rId3"/>
              </a:rPr>
              <a:t>Garrett Shuster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97757"/>
                </a:solidFill>
                <a:latin typeface="Calibri"/>
              </a:defRPr>
            </a:pPr>
            <a:r>
              <a:t>Personal Intelligence Dossier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u="none">
                <a:solidFill>
                  <a:srgbClr val="666666"/>
                </a:solidFill>
                <a:latin typeface="Calibri"/>
                <a:hlinkClick r:id="rId4"/>
              </a:rPr>
              <a:t>@garee_styles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2026-03-08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Photo Board</a:t>
            </a:r>
          </a:p>
        </p:txBody>
      </p:sp>
      <p:pic>
        <p:nvPicPr>
          <p:cNvPr id="4" name="Picture 3" descr="instagram-pos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303520" cy="3187769"/>
          </a:xfrm>
          <a:prstGeom prst="rect">
            <a:avLst/>
          </a:prstGeom>
        </p:spPr>
      </p:pic>
      <p:pic>
        <p:nvPicPr>
          <p:cNvPr id="5" name="Picture 4" descr="instagram-post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303520" cy="3187769"/>
          </a:xfrm>
          <a:prstGeom prst="rect">
            <a:avLst/>
          </a:prstGeom>
        </p:spPr>
      </p:pic>
      <p:pic>
        <p:nvPicPr>
          <p:cNvPr id="6" name="Picture 5" descr="instagram-pro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5303520" cy="3187769"/>
          </a:xfrm>
          <a:prstGeom prst="rect">
            <a:avLst/>
          </a:prstGeom>
        </p:spPr>
      </p:pic>
      <p:pic>
        <p:nvPicPr>
          <p:cNvPr id="7" name="Picture 6" descr="instagram-post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840480"/>
            <a:ext cx="5303520" cy="31877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Digital Footprint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u="none" dirty="0">
                <a:solidFill>
                  <a:srgbClr val="2D2D2D"/>
                </a:solidFill>
                <a:latin typeface="Calibri"/>
                <a:hlinkClick r:id="rId2"/>
              </a:rPr>
              <a:t>Bio: ""Taste over trends.""</a:t>
            </a:r>
          </a:p>
          <a:p>
            <a:pPr>
              <a:spcAft>
                <a:spcPts val="600"/>
              </a:spcAft>
            </a:pPr>
            <a:r>
              <a:rPr sz="1500" u="none" dirty="0">
                <a:solidFill>
                  <a:srgbClr val="2D2D2D"/>
                </a:solidFill>
                <a:latin typeface="Calibri"/>
                <a:hlinkClick r:id="rId2"/>
              </a:rPr>
              <a:t>Followers: 871 | Following: 639 | Posts: 7</a:t>
            </a:r>
          </a:p>
          <a:p>
            <a:pPr>
              <a:spcAft>
                <a:spcPts val="600"/>
              </a:spcAft>
            </a:pPr>
            <a:r>
              <a:rPr sz="1500" u="none" dirty="0">
                <a:solidFill>
                  <a:srgbClr val="2D2D2D"/>
                </a:solidFill>
                <a:latin typeface="Calibri"/>
                <a:hlinkClick r:id="rId2"/>
              </a:rPr>
              <a:t>Threads: Not linked</a:t>
            </a:r>
          </a:p>
          <a:p>
            <a:pPr>
              <a:spcAft>
                <a:spcPts val="600"/>
              </a:spcAft>
            </a:pPr>
            <a:r>
              <a:rPr sz="1500" u="none" dirty="0">
                <a:solidFill>
                  <a:srgbClr val="2D2D2D"/>
                </a:solidFill>
                <a:latin typeface="Calibri"/>
                <a:hlinkClick r:id="rId2"/>
              </a:rPr>
              <a:t>Link in bio: None</a:t>
            </a:r>
          </a:p>
          <a:p>
            <a:pPr>
              <a:spcAft>
                <a:spcPts val="600"/>
              </a:spcAft>
            </a:pPr>
            <a:r>
              <a:rPr sz="1500" u="none" dirty="0">
                <a:solidFill>
                  <a:srgbClr val="2D2D2D"/>
                </a:solidFill>
                <a:latin typeface="Calibri"/>
                <a:hlinkClick r:id="rId2"/>
              </a:rPr>
              <a:t>Story highlights: None</a:t>
            </a:r>
          </a:p>
          <a:p>
            <a:pPr>
              <a:spcAft>
                <a:spcPts val="600"/>
              </a:spcAft>
            </a:pPr>
            <a:r>
              <a:rPr sz="1500" u="none" dirty="0">
                <a:solidFill>
                  <a:srgbClr val="2D2D2D"/>
                </a:solidFill>
                <a:latin typeface="Calibri"/>
                <a:hlinkClick r:id="rId2"/>
              </a:rPr>
              <a:t>Content themes: This is unmistakably a menswear and personal style account. Every post is about fashion, self-expression, and intentional design. He's not posting food, travel selfies, or motivational quotes — it</a:t>
            </a:r>
          </a:p>
          <a:p>
            <a:pPr>
              <a:spcAft>
                <a:spcPts val="600"/>
              </a:spcAft>
            </a:pPr>
            <a:r>
              <a:rPr sz="1500" u="none" dirty="0">
                <a:solidFill>
                  <a:srgbClr val="2D2D2D"/>
                </a:solidFill>
                <a:latin typeface="Calibri"/>
                <a:hlinkClick r:id="rId2"/>
              </a:rPr>
              <a:t>Engagement rate: High for follower count — 871 followers on 7 posts means strong follower-to-content ratio</a:t>
            </a:r>
          </a:p>
          <a:p>
            <a:pPr>
              <a:spcAft>
                <a:spcPts val="600"/>
              </a:spcAft>
            </a:pPr>
            <a:r>
              <a:rPr sz="1500" u="none" dirty="0">
                <a:solidFill>
                  <a:srgbClr val="2D2D2D"/>
                </a:solidFill>
                <a:latin typeface="Calibri"/>
                <a:hlinkClick r:id="rId2"/>
              </a:rPr>
              <a:t>Post frequency: Sporadic — 4 posts in Jan 2023, then 3 years of silence, then 3 posts in March 2026. This is a project, not a habit.</a:t>
            </a:r>
          </a:p>
          <a:p>
            <a:pPr>
              <a:spcAft>
                <a:spcPts val="600"/>
              </a:spcAft>
            </a:pPr>
            <a:r>
              <a:rPr sz="1500" u="none" dirty="0">
                <a:solidFill>
                  <a:srgbClr val="2D2D2D"/>
                </a:solidFill>
                <a:latin typeface="Calibri"/>
                <a:hlinkClick r:id="rId2"/>
              </a:rPr>
              <a:t>Comment quality: Excellent — real friends with real names commenting with humor and inside jokes. Zero bot activity. This is a genuine social circle.</a:t>
            </a:r>
          </a:p>
          <a:p>
            <a:pPr>
              <a:spcAft>
                <a:spcPts val="600"/>
              </a:spcAft>
            </a:pPr>
            <a:r>
              <a:rPr sz="1500" u="none" dirty="0">
                <a:solidFill>
                  <a:srgbClr val="2D2D2D"/>
                </a:solidFill>
                <a:latin typeface="Calibri"/>
                <a:hlinkClick r:id="rId2"/>
              </a:rPr>
              <a:t>Platform strategy: Style account (public, curated) vs personal account (private, 180 posts). He treats fashion content as a separate identity worth building publicly.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99999"/>
                </a:solidFill>
                <a:latin typeface="Calibri"/>
              </a:rPr>
              <a:t>Sources: </a:t>
            </a:r>
            <a:r>
              <a:rPr sz="900" u="sng">
                <a:solidFill>
                  <a:srgbClr val="D97757"/>
                </a:solidFill>
                <a:latin typeface="Calibri"/>
                <a:hlinkClick r:id="rId3"/>
              </a:rPr>
              <a:t>www.instagram.com/garee_styles/p/DVYuT4oDnME/</a:t>
            </a:r>
            <a:r>
              <a:rPr sz="900">
                <a:solidFill>
                  <a:srgbClr val="999999"/>
                </a:solidFill>
                <a:latin typeface="Calibri"/>
              </a:rPr>
              <a:t>  |  </a:t>
            </a:r>
            <a:r>
              <a:rPr sz="900" u="sng">
                <a:solidFill>
                  <a:srgbClr val="D97757"/>
                </a:solidFill>
                <a:latin typeface="Calibri"/>
                <a:hlinkClick r:id="rId4"/>
              </a:rPr>
              <a:t>www.instagram.com/garee_styles/p/DVd35STERwx/</a:t>
            </a:r>
            <a:r>
              <a:rPr sz="900">
                <a:solidFill>
                  <a:srgbClr val="999999"/>
                </a:solidFill>
                <a:latin typeface="Calibri"/>
              </a:rPr>
              <a:t>  |  </a:t>
            </a:r>
            <a:r>
              <a:rPr sz="900" u="sng">
                <a:solidFill>
                  <a:srgbClr val="D97757"/>
                </a:solidFill>
                <a:latin typeface="Calibri"/>
                <a:hlinkClick r:id="rId5"/>
              </a:rPr>
              <a:t>www.instagram.com/garee_styles/p/DVlt7weCrmr/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Personal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Calibri"/>
              </a:defRPr>
            </a:pPr>
            <a:r>
              <a:t>Career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u="none">
                <a:solidFill>
                  <a:srgbClr val="2D2D2D"/>
                </a:solidFill>
                <a:latin typeface="Calibri"/>
                <a:hlinkClick r:id="rId2"/>
              </a:rPr>
              <a:t>Project Finance Vice President, Power Sector at MUFG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915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u="none">
                <a:solidFill>
                  <a:srgbClr val="2D2D2D"/>
                </a:solidFill>
                <a:latin typeface="Calibri"/>
                <a:hlinkClick r:id="rId2"/>
              </a:rPr>
              <a:t>Penn State (BS Finance), American University Kogod (MBA 2017-2019)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Calibri"/>
              </a:defRPr>
            </a:pPr>
            <a:r>
              <a:t>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8211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u="none">
                <a:solidFill>
                  <a:srgbClr val="2D2D2D"/>
                </a:solidFill>
                <a:latin typeface="Calibri"/>
                <a:hlinkClick r:id="rId2"/>
              </a:rPr>
              <a:t>Los Angeles, California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Calibri"/>
              </a:defRPr>
            </a:pPr>
            <a:r>
              <a:t>Relationship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0507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u="none">
                <a:solidFill>
                  <a:srgbClr val="2D2D2D"/>
                </a:solidFill>
                <a:latin typeface="Calibri"/>
                <a:hlinkClick r:id="rId3"/>
              </a:rPr>
              <a:t>"Table for two" in Cascais, Portugal + "hard launch" comment = he was in a relationship as of Jan 2023. May or may not be current. LinkedIn Profile Summary | Field | Value | |---|---| | Name | Garrett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Calibri"/>
              </a:defRPr>
            </a:pPr>
            <a:r>
              <a:t>Active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2803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u="none">
                <a:solidFill>
                  <a:srgbClr val="2D2D2D"/>
                </a:solidFill>
                <a:latin typeface="Calibri"/>
                <a:hlinkClick r:id="rId4"/>
              </a:rPr>
              <a:t>"Started documenting the build. More soon." (Mar 4, 2026) — posted with laptop/desk/office setup photo Comments: "MEGA desk!", "I'm so locked in!!!!", "Give em hell!", "Lucy &gt;&gt;&gt;" "Lucy" is likely the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Calibri"/>
              </a:defRPr>
            </a:pPr>
            <a:r>
              <a:t>Influences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361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u="none">
                <a:solidFill>
                  <a:srgbClr val="2D2D2D"/>
                </a:solidFill>
                <a:latin typeface="Calibri"/>
                <a:hlinkClick r:id="rId5"/>
              </a:rPr>
              <a:t>@khanijo / @mr.khanijo — Indian menswear brand focused on slow fashion, handcrafted garments. Tagged in most recent post. Garrett is genuinely invested in this brand. | @hectorbellerin — Former Arsena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Calibri"/>
              </a:defRPr>
            </a:pPr>
            <a:r>
              <a:t>Travel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5915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u="none">
                <a:solidFill>
                  <a:srgbClr val="2D2D2D"/>
                </a:solidFill>
                <a:latin typeface="Calibri"/>
                <a:hlinkClick r:id="rId3"/>
              </a:rPr>
              <a:t>White City, London — posted from there Jan 2023. White City is home to Westfield shopping center and BBC Television Centre — fashion/media district. | Cascais, Portugal — "Table for two" (Jan 2023).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26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Calibri"/>
              </a:defRPr>
            </a:pPr>
            <a:r>
              <a:t>Hobbies / Lifestyle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8211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u="none">
                <a:solidFill>
                  <a:srgbClr val="2D2D2D"/>
                </a:solidFill>
                <a:latin typeface="Calibri"/>
                <a:hlinkClick r:id="rId6"/>
              </a:rPr>
              <a:t>This is unmistakably a menswear and personal style account. Every post is about fashion, self-expression, and intentional design. He's not posting; Music (SoundCloud)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49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0507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u="none">
                <a:solidFill>
                  <a:srgbClr val="2D2D2D"/>
                </a:solidFill>
                <a:latin typeface="Calibri"/>
                <a:hlinkClick r:id="rId7"/>
              </a:rPr>
              <a:t>At Kogod MBA, Garrett worked on FoodyTV in the New Ventures Start-Up class with classmate Kevin Assie. FoodyTV is a food media startup (next-gen food network for the "Everyday Chef"). He expressed 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99999"/>
                </a:solidFill>
                <a:latin typeface="Calibri"/>
              </a:rPr>
              <a:t>Sources: </a:t>
            </a:r>
            <a:r>
              <a:rPr sz="900" u="sng">
                <a:solidFill>
                  <a:srgbClr val="D97757"/>
                </a:solidFill>
                <a:latin typeface="Calibri"/>
                <a:hlinkClick r:id="rId2"/>
              </a:rPr>
              <a:t>www.linkedin.com/in/garrett-shuster/</a:t>
            </a:r>
            <a:r>
              <a:rPr sz="900">
                <a:solidFill>
                  <a:srgbClr val="999999"/>
                </a:solidFill>
                <a:latin typeface="Calibri"/>
              </a:rPr>
              <a:t>  |  </a:t>
            </a:r>
            <a:r>
              <a:rPr sz="900" u="sng">
                <a:solidFill>
                  <a:srgbClr val="D97757"/>
                </a:solidFill>
                <a:latin typeface="Calibri"/>
                <a:hlinkClick r:id="rId8"/>
              </a:rPr>
              <a:t>www.instagram.com/garee_styles/p/DVYuT4oDnME/</a:t>
            </a:r>
            <a:r>
              <a:rPr sz="900">
                <a:solidFill>
                  <a:srgbClr val="999999"/>
                </a:solidFill>
                <a:latin typeface="Calibri"/>
              </a:rPr>
              <a:t>  |  </a:t>
            </a:r>
            <a:r>
              <a:rPr sz="900" u="sng">
                <a:solidFill>
                  <a:srgbClr val="D97757"/>
                </a:solidFill>
                <a:latin typeface="Calibri"/>
                <a:hlinkClick r:id="rId4"/>
              </a:rPr>
              <a:t>www.instagram.com/garee_styles/p/DVd35STERwx/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Conversation Starters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u="none" dirty="0">
                <a:solidFill>
                  <a:srgbClr val="2D2D2D"/>
                </a:solidFill>
                <a:latin typeface="Calibri"/>
                <a:hlinkClick r:id="rId2"/>
              </a:rPr>
              <a:t>"Taste over trends" — the style account. "I saw @garee_styles — 'Dressing for expression, not approval' is a philosophy, not just a caption. Are you building something in the fashion space?"</a:t>
            </a:r>
          </a:p>
          <a:p>
            <a:pPr>
              <a:spcAft>
                <a:spcPts val="600"/>
              </a:spcAft>
            </a:pPr>
            <a:r>
              <a:rPr sz="1600" u="none" dirty="0">
                <a:solidFill>
                  <a:srgbClr val="2D2D2D"/>
                </a:solidFill>
                <a:latin typeface="Calibri"/>
                <a:hlinkClick r:id="rId3"/>
              </a:rPr>
              <a:t>The Build. "You posted 'Started documenting the build' — what's the project? Is Lucy a brand?"</a:t>
            </a:r>
          </a:p>
          <a:p>
            <a:pPr>
              <a:spcAft>
                <a:spcPts val="600"/>
              </a:spcAft>
            </a:pPr>
            <a:r>
              <a:rPr sz="1600" u="none" dirty="0" err="1">
                <a:solidFill>
                  <a:srgbClr val="2D2D2D"/>
                </a:solidFill>
                <a:latin typeface="Calibri"/>
                <a:hlinkClick r:id="rId4"/>
              </a:rPr>
              <a:t>Khanijo</a:t>
            </a:r>
            <a:r>
              <a:rPr sz="1600" u="none" dirty="0">
                <a:solidFill>
                  <a:srgbClr val="2D2D2D"/>
                </a:solidFill>
                <a:latin typeface="Calibri"/>
                <a:hlinkClick r:id="rId4"/>
              </a:rPr>
              <a:t>. "You tagged </a:t>
            </a:r>
            <a:r>
              <a:rPr sz="1600" u="none" dirty="0" err="1">
                <a:solidFill>
                  <a:srgbClr val="2D2D2D"/>
                </a:solidFill>
                <a:latin typeface="Calibri"/>
                <a:hlinkClick r:id="rId4"/>
              </a:rPr>
              <a:t>Khanijo</a:t>
            </a:r>
            <a:r>
              <a:rPr sz="1600" u="none" dirty="0">
                <a:solidFill>
                  <a:srgbClr val="2D2D2D"/>
                </a:solidFill>
                <a:latin typeface="Calibri"/>
                <a:hlinkClick r:id="rId4"/>
              </a:rPr>
              <a:t> in your latest post — their slow fashion approach is incredible. How'd you discover them?"</a:t>
            </a:r>
          </a:p>
          <a:p>
            <a:pPr>
              <a:spcAft>
                <a:spcPts val="600"/>
              </a:spcAft>
            </a:pPr>
            <a:r>
              <a:rPr sz="1600" u="none" dirty="0">
                <a:solidFill>
                  <a:srgbClr val="2D2D2D"/>
                </a:solidFill>
                <a:latin typeface="Calibri"/>
                <a:hlinkClick r:id="rId2"/>
              </a:rPr>
              <a:t>Hector Bellerin. "Bellerin's style game is unmatched for a footballer. Is he your top fashion influence?"</a:t>
            </a:r>
          </a:p>
          <a:p>
            <a:pPr>
              <a:spcAft>
                <a:spcPts val="600"/>
              </a:spcAft>
            </a:pPr>
            <a:r>
              <a:rPr sz="1600" u="none" dirty="0">
                <a:solidFill>
                  <a:srgbClr val="2D2D2D"/>
                </a:solidFill>
                <a:latin typeface="Calibri"/>
                <a:hlinkClick r:id="rId5"/>
              </a:rPr>
              <a:t>Sigma Chi + Penn State. "We're both Sigma Chi Alpha Chi — what years were you at Penn State?"</a:t>
            </a:r>
          </a:p>
          <a:p>
            <a:pPr>
              <a:spcAft>
                <a:spcPts val="600"/>
              </a:spcAft>
            </a:pPr>
            <a:r>
              <a:rPr sz="1600" u="none" dirty="0">
                <a:solidFill>
                  <a:srgbClr val="2D2D2D"/>
                </a:solidFill>
                <a:latin typeface="Calibri"/>
                <a:hlinkClick r:id="rId6"/>
              </a:rPr>
              <a:t>Cascais, Portugal. "How was Portugal? Cascais looks incredible."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99999"/>
                </a:solidFill>
                <a:latin typeface="Calibri"/>
              </a:rPr>
              <a:t>Sources: </a:t>
            </a:r>
            <a:r>
              <a:rPr sz="900" u="sng">
                <a:solidFill>
                  <a:srgbClr val="D97757"/>
                </a:solidFill>
                <a:latin typeface="Calibri"/>
                <a:hlinkClick r:id="rId2"/>
              </a:rPr>
              <a:t>www.instagram.com/garee_styles/p/DVYuT4oDnME/</a:t>
            </a:r>
            <a:r>
              <a:rPr sz="900">
                <a:solidFill>
                  <a:srgbClr val="999999"/>
                </a:solidFill>
                <a:latin typeface="Calibri"/>
              </a:rPr>
              <a:t>  |  </a:t>
            </a:r>
            <a:r>
              <a:rPr sz="900" u="sng">
                <a:solidFill>
                  <a:srgbClr val="D97757"/>
                </a:solidFill>
                <a:latin typeface="Calibri"/>
                <a:hlinkClick r:id="rId3"/>
              </a:rPr>
              <a:t>www.instagram.com/garee_styles/p/DVd35STERwx/</a:t>
            </a:r>
            <a:r>
              <a:rPr sz="900">
                <a:solidFill>
                  <a:srgbClr val="999999"/>
                </a:solidFill>
                <a:latin typeface="Calibri"/>
              </a:rPr>
              <a:t>  |  </a:t>
            </a:r>
            <a:r>
              <a:rPr sz="900" u="sng">
                <a:solidFill>
                  <a:srgbClr val="D97757"/>
                </a:solidFill>
                <a:latin typeface="Calibri"/>
                <a:hlinkClick r:id="rId4"/>
              </a:rPr>
              <a:t>www.instagram.com/garee_styles/p/DVlt7weCrmr/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758</Words>
  <Application>Microsoft Office PowerPoint</Application>
  <PresentationFormat>Widescreen</PresentationFormat>
  <Paragraphs>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Greg Black</cp:lastModifiedBy>
  <cp:revision>1</cp:revision>
  <dcterms:created xsi:type="dcterms:W3CDTF">2013-01-27T09:14:16Z</dcterms:created>
  <dcterms:modified xsi:type="dcterms:W3CDTF">2026-03-08T21:59:53Z</dcterms:modified>
  <cp:category/>
</cp:coreProperties>
</file>