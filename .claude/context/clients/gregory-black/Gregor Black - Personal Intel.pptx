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3" d="100"/>
          <a:sy n="123" d="100"/>
        </p:scale>
        <p:origin x="418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 Black" userId="8ebc40727c9b4e5d" providerId="LiveId" clId="{1BBF2585-8A42-4AB1-84D2-E4094699752F}"/>
    <pc:docChg chg="modSld">
      <pc:chgData name="Greg Black" userId="8ebc40727c9b4e5d" providerId="LiveId" clId="{1BBF2585-8A42-4AB1-84D2-E4094699752F}" dt="2026-03-08T22:43:15.500" v="5" actId="1076"/>
      <pc:docMkLst>
        <pc:docMk/>
      </pc:docMkLst>
      <pc:sldChg chg="modSp mod">
        <pc:chgData name="Greg Black" userId="8ebc40727c9b4e5d" providerId="LiveId" clId="{1BBF2585-8A42-4AB1-84D2-E4094699752F}" dt="2026-03-08T22:43:15.500" v="5" actId="1076"/>
        <pc:sldMkLst>
          <pc:docMk/>
          <pc:sldMk cId="0" sldId="258"/>
        </pc:sldMkLst>
        <pc:picChg chg="mod">
          <ac:chgData name="Greg Black" userId="8ebc40727c9b4e5d" providerId="LiveId" clId="{1BBF2585-8A42-4AB1-84D2-E4094699752F}" dt="2026-03-08T22:43:08.602" v="0" actId="1076"/>
          <ac:picMkLst>
            <pc:docMk/>
            <pc:sldMk cId="0" sldId="258"/>
            <ac:picMk id="4" creationId="{00000000-0000-0000-0000-000000000000}"/>
          </ac:picMkLst>
        </pc:picChg>
        <pc:picChg chg="mod">
          <ac:chgData name="Greg Black" userId="8ebc40727c9b4e5d" providerId="LiveId" clId="{1BBF2585-8A42-4AB1-84D2-E4094699752F}" dt="2026-03-08T22:43:10.976" v="2" actId="1076"/>
          <ac:picMkLst>
            <pc:docMk/>
            <pc:sldMk cId="0" sldId="258"/>
            <ac:picMk id="6" creationId="{00000000-0000-0000-0000-000000000000}"/>
          </ac:picMkLst>
        </pc:picChg>
        <pc:picChg chg="mod">
          <ac:chgData name="Greg Black" userId="8ebc40727c9b4e5d" providerId="LiveId" clId="{1BBF2585-8A42-4AB1-84D2-E4094699752F}" dt="2026-03-08T22:43:15.500" v="5" actId="1076"/>
          <ac:picMkLst>
            <pc:docMk/>
            <pc:sldMk cId="0" sldId="258"/>
            <ac:picMk id="7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gregorablack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gblackattack/" TargetMode="External"/><Relationship Id="rId2" Type="http://schemas.openxmlformats.org/officeDocument/2006/relationships/hyperlink" Target="https://www.instagram.com/gregorablack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instagram.com/gregorablack/p/DRnYGXECS8A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gregorablack/" TargetMode="External"/><Relationship Id="rId2" Type="http://schemas.openxmlformats.org/officeDocument/2006/relationships/hyperlink" Target="https://www.instagram.com/p/CfVrjDFgCPB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linkedin.com/posts/gregory-black-gbautomation_n8n-automation-apis-activity-7287190085383471104-uuHY" TargetMode="External"/><Relationship Id="rId5" Type="http://schemas.openxmlformats.org/officeDocument/2006/relationships/hyperlink" Target="https://www.linkedin.com/in/gregory-black-gbautomation/?_l=en" TargetMode="External"/><Relationship Id="rId4" Type="http://schemas.openxmlformats.org/officeDocument/2006/relationships/hyperlink" Target="https://www.linkedin.com/in/gregory-black-gbautomation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p/CfVrjDFgCPB/" TargetMode="External"/><Relationship Id="rId2" Type="http://schemas.openxmlformats.org/officeDocument/2006/relationships/hyperlink" Target="https://www.instagram.com/gregorablack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instagram.com/p/CsPCnk-vo5g/" TargetMode="External"/><Relationship Id="rId4" Type="http://schemas.openxmlformats.org/officeDocument/2006/relationships/hyperlink" Target="https://www.instagram.com/p/CuStB3aMpH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nstagram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8288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u="none">
                <a:solidFill>
                  <a:srgbClr val="2D2D2D"/>
                </a:solidFill>
                <a:latin typeface="Calibri"/>
                <a:hlinkClick r:id="rId3"/>
              </a:rPr>
              <a:t>Gregor Black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97757"/>
                </a:solidFill>
                <a:latin typeface="Calibri"/>
              </a:defRPr>
            </a:pPr>
            <a:r>
              <a:t>Personal Intelligence Dossier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u="none">
                <a:solidFill>
                  <a:srgbClr val="666666"/>
                </a:solidFill>
                <a:latin typeface="Calibri"/>
                <a:hlinkClick r:id="rId3"/>
              </a:rPr>
              <a:t>@gregorablack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2026-03-08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Digital Footprint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u="none">
                <a:solidFill>
                  <a:srgbClr val="2D2D2D"/>
                </a:solidFill>
                <a:latin typeface="Calibri"/>
                <a:hlinkClick r:id="rId2"/>
              </a:rPr>
              <a:t>Bio: ""Me gusta mi voz en español mas que inglés Venice,LA 📸 🏠 @gb.noir.lugar""</a:t>
            </a:r>
          </a:p>
          <a:p>
            <a:pPr>
              <a:spcAft>
                <a:spcPts val="600"/>
              </a:spcAft>
            </a:pPr>
            <a:r>
              <a:rPr sz="1500" u="none">
                <a:solidFill>
                  <a:srgbClr val="2D2D2D"/>
                </a:solidFill>
                <a:latin typeface="Calibri"/>
                <a:hlinkClick r:id="rId2"/>
              </a:rPr>
              <a:t>Followers: 1428 | Following: 2443 | Posts: 143</a:t>
            </a:r>
          </a:p>
          <a:p>
            <a:pPr>
              <a:spcAft>
                <a:spcPts val="600"/>
              </a:spcAft>
            </a:pPr>
            <a:r>
              <a:rPr sz="1500" u="none">
                <a:solidFill>
                  <a:srgbClr val="2D2D2D"/>
                </a:solidFill>
                <a:latin typeface="Calibri"/>
                <a:hlinkClick r:id="rId2"/>
              </a:rPr>
              <a:t>Link in bio: https://calendar.app.google/iyF32237s5w3geRS8</a:t>
            </a:r>
          </a:p>
          <a:p>
            <a:pPr>
              <a:spcAft>
                <a:spcPts val="600"/>
              </a:spcAft>
            </a:pPr>
            <a:r>
              <a:rPr sz="1500" u="none">
                <a:solidFill>
                  <a:srgbClr val="2D2D2D"/>
                </a:solidFill>
                <a:latin typeface="Calibri"/>
                <a:hlinkClick r:id="rId2"/>
              </a:rPr>
              <a:t>Story highlights: 5 highlight reels</a:t>
            </a:r>
          </a:p>
          <a:p>
            <a:pPr>
              <a:spcAft>
                <a:spcPts val="600"/>
              </a:spcAft>
            </a:pPr>
            <a:r>
              <a:rPr sz="1500" u="none">
                <a:solidFill>
                  <a:srgbClr val="2D2D2D"/>
                </a:solidFill>
                <a:latin typeface="Calibri"/>
                <a:hlinkClick r:id="rId2"/>
              </a:rPr>
              <a:t>Content themes: Based on 7 post captions analyzed via Apify.</a:t>
            </a:r>
          </a:p>
          <a:p>
            <a:pPr>
              <a:spcAft>
                <a:spcPts val="600"/>
              </a:spcAft>
            </a:pPr>
            <a:r>
              <a:rPr sz="1500" u="none">
                <a:solidFill>
                  <a:srgbClr val="2D2D2D"/>
                </a:solidFill>
                <a:latin typeface="Calibri"/>
                <a:hlinkClick r:id="rId2"/>
              </a:rPr>
              <a:t>Engagement rate: 13.9% (187 avg likes + 11 avg comments / 1428 followers)</a:t>
            </a:r>
          </a:p>
          <a:p>
            <a:pPr>
              <a:spcAft>
                <a:spcPts val="600"/>
              </a:spcAft>
            </a:pPr>
            <a:r>
              <a:rPr sz="1500" u="none">
                <a:solidFill>
                  <a:srgbClr val="2D2D2D"/>
                </a:solidFill>
                <a:latin typeface="Calibri"/>
                <a:hlinkClick r:id="rId2"/>
              </a:rPr>
              <a:t>Post frequency: 10 recent posts analyzed</a:t>
            </a:r>
          </a:p>
          <a:p>
            <a:pPr>
              <a:spcAft>
                <a:spcPts val="600"/>
              </a:spcAft>
            </a:pPr>
            <a:r>
              <a:rPr sz="1500" u="none">
                <a:solidFill>
                  <a:srgbClr val="2D2D2D"/>
                </a:solidFill>
                <a:latin typeface="Calibri"/>
                <a:hlinkClick r:id="rId2"/>
              </a:rPr>
              <a:t>Comment quality: 49 unique commenters across 63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99999"/>
                </a:solidFill>
                <a:latin typeface="Calibri"/>
              </a:rPr>
              <a:t>Sources: </a:t>
            </a:r>
            <a:r>
              <a:rPr sz="900" u="sng">
                <a:solidFill>
                  <a:srgbClr val="D97757"/>
                </a:solidFill>
                <a:latin typeface="Calibri"/>
                <a:hlinkClick r:id="rId3"/>
              </a:rPr>
              <a:t>www.instagram.com/gblackattack/</a:t>
            </a:r>
            <a:r>
              <a:rPr sz="900">
                <a:solidFill>
                  <a:srgbClr val="999999"/>
                </a:solidFill>
                <a:latin typeface="Calibri"/>
              </a:rPr>
              <a:t>  |  </a:t>
            </a:r>
            <a:r>
              <a:rPr sz="900" u="sng">
                <a:solidFill>
                  <a:srgbClr val="D97757"/>
                </a:solidFill>
                <a:latin typeface="Calibri"/>
                <a:hlinkClick r:id="rId2"/>
              </a:rPr>
              <a:t>www.instagram.com/gregorablack/</a:t>
            </a:r>
            <a:r>
              <a:rPr sz="900">
                <a:solidFill>
                  <a:srgbClr val="999999"/>
                </a:solidFill>
                <a:latin typeface="Calibri"/>
              </a:rPr>
              <a:t>  |  </a:t>
            </a:r>
            <a:r>
              <a:rPr sz="900" u="sng">
                <a:solidFill>
                  <a:srgbClr val="D97757"/>
                </a:solidFill>
                <a:latin typeface="Calibri"/>
                <a:hlinkClick r:id="rId4"/>
              </a:rPr>
              <a:t>www.instagram.com/gregorablack/p/DRnYGXECS8A/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Photo Board</a:t>
            </a:r>
          </a:p>
        </p:txBody>
      </p:sp>
      <p:pic>
        <p:nvPicPr>
          <p:cNvPr id="4" name="Picture 3" descr="instagram-pos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-98905"/>
            <a:ext cx="5303520" cy="9428480"/>
          </a:xfrm>
          <a:prstGeom prst="rect">
            <a:avLst/>
          </a:prstGeom>
        </p:spPr>
      </p:pic>
      <p:pic>
        <p:nvPicPr>
          <p:cNvPr id="5" name="Picture 4" descr="instagram-post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303520" cy="6629400"/>
          </a:xfrm>
          <a:prstGeom prst="rect">
            <a:avLst/>
          </a:prstGeom>
        </p:spPr>
      </p:pic>
      <p:pic>
        <p:nvPicPr>
          <p:cNvPr id="6" name="Picture 5" descr="instagram-post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4442" y="1005840"/>
            <a:ext cx="3752897" cy="4691121"/>
          </a:xfrm>
          <a:prstGeom prst="rect">
            <a:avLst/>
          </a:prstGeom>
        </p:spPr>
      </p:pic>
      <p:pic>
        <p:nvPicPr>
          <p:cNvPr id="7" name="Picture 6" descr="instagram-post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347" y="466531"/>
            <a:ext cx="3618536" cy="45231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Personal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Calibri"/>
              </a:defRPr>
            </a:pPr>
            <a:r>
              <a:t>Influences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361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u="none">
                <a:solidFill>
                  <a:srgbClr val="2D2D2D"/>
                </a:solidFill>
                <a:latin typeface="Calibri"/>
                <a:hlinkClick r:id="rId2"/>
              </a:rPr>
              <a:t>@category4mike — tagged/mentioned in posts | @jsondiaz — tagged/mentioned in posts | Conversation Starters (Personal) | 1. Bio reference: "Your bio says \"Me gusta mi voz en español mas que inglés 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Calibri"/>
              </a:defRPr>
            </a:pPr>
            <a:r>
              <a:t>Hobbies / Lifestyle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5915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u="none">
                <a:solidFill>
                  <a:srgbClr val="2D2D2D"/>
                </a:solidFill>
                <a:latin typeface="Calibri"/>
                <a:hlinkClick r:id="rId3"/>
              </a:rPr>
              <a:t>Based on 7 post captions analyzed via Apify.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99999"/>
                </a:solidFill>
                <a:latin typeface="Calibri"/>
              </a:rPr>
              <a:t>Sources: </a:t>
            </a:r>
            <a:r>
              <a:rPr sz="900" u="sng">
                <a:solidFill>
                  <a:srgbClr val="D97757"/>
                </a:solidFill>
                <a:latin typeface="Calibri"/>
                <a:hlinkClick r:id="rId4"/>
              </a:rPr>
              <a:t>www.linkedin.com/in/gregory-black-gbautomation/</a:t>
            </a:r>
            <a:r>
              <a:rPr sz="900">
                <a:solidFill>
                  <a:srgbClr val="999999"/>
                </a:solidFill>
                <a:latin typeface="Calibri"/>
              </a:rPr>
              <a:t>  |  </a:t>
            </a:r>
            <a:r>
              <a:rPr sz="900" u="sng">
                <a:solidFill>
                  <a:srgbClr val="D97757"/>
                </a:solidFill>
                <a:latin typeface="Calibri"/>
                <a:hlinkClick r:id="rId5"/>
              </a:rPr>
              <a:t>www.linkedin.com/in/gregory-black-gbautomation/?_l=en</a:t>
            </a:r>
            <a:r>
              <a:rPr sz="900">
                <a:solidFill>
                  <a:srgbClr val="999999"/>
                </a:solidFill>
                <a:latin typeface="Calibri"/>
              </a:rPr>
              <a:t>  |  </a:t>
            </a:r>
            <a:r>
              <a:rPr sz="900" u="sng">
                <a:solidFill>
                  <a:srgbClr val="D97757"/>
                </a:solidFill>
                <a:latin typeface="Calibri"/>
                <a:hlinkClick r:id="rId6"/>
              </a:rPr>
              <a:t>www.linkedin.com/posts/gregory-black-gbautomation_n8n-aut...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Calibri"/>
              </a:defRPr>
            </a:pPr>
            <a:r>
              <a:t>Conversation Starters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u="none">
                <a:solidFill>
                  <a:srgbClr val="2D2D2D"/>
                </a:solidFill>
                <a:latin typeface="Calibri"/>
                <a:hlinkClick r:id="rId2"/>
              </a:rPr>
              <a:t>Bio reference: "Your bio says \"Me gusta mi voz en español mas que inglés Venice,LA 📸 🏠 @gb.noir.lugar\" — what does that mean to you?"</a:t>
            </a:r>
          </a:p>
          <a:p>
            <a:pPr>
              <a:spcAft>
                <a:spcPts val="600"/>
              </a:spcAft>
            </a:pPr>
            <a:r>
              <a:rPr sz="1600" u="none">
                <a:solidFill>
                  <a:srgbClr val="2D2D2D"/>
                </a:solidFill>
                <a:latin typeface="Calibri"/>
                <a:hlinkClick r:id="rId3"/>
              </a:rPr>
              <a:t>Post reference: "You posted \"Some incredible days recently...\" — what was that about?"</a:t>
            </a:r>
          </a:p>
          <a:p>
            <a:pPr>
              <a:spcAft>
                <a:spcPts val="600"/>
              </a:spcAft>
            </a:pPr>
            <a:r>
              <a:rPr sz="1600" u="none">
                <a:solidFill>
                  <a:srgbClr val="2D2D2D"/>
                </a:solidFill>
                <a:latin typeface="Calibri"/>
                <a:hlinkClick r:id="rId4"/>
              </a:rPr>
              <a:t>Post reference: "You posted \"Much love lately 💕...\" — what was that about?"</a:t>
            </a:r>
          </a:p>
          <a:p>
            <a:pPr>
              <a:spcAft>
                <a:spcPts val="600"/>
              </a:spcAft>
            </a:pPr>
            <a:r>
              <a:rPr sz="1600" u="none">
                <a:solidFill>
                  <a:srgbClr val="2D2D2D"/>
                </a:solidFill>
                <a:latin typeface="Calibri"/>
                <a:hlinkClick r:id="rId5"/>
              </a:rPr>
              <a:t>Post reference: "You posted \"Just a couple of plant guys at the afters...\" — what was that about?"</a:t>
            </a:r>
          </a:p>
          <a:p>
            <a:pPr>
              <a:spcAft>
                <a:spcPts val="600"/>
              </a:spcAft>
            </a:pPr>
            <a:r>
              <a:rPr sz="1600" u="none">
                <a:solidFill>
                  <a:srgbClr val="2D2D2D"/>
                </a:solidFill>
                <a:latin typeface="Calibri"/>
                <a:hlinkClick r:id="rId2"/>
              </a:rPr>
              <a:t>Connection: "How do you know @jsondiaz?"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99999"/>
                </a:solidFill>
                <a:latin typeface="Calibri"/>
              </a:rPr>
              <a:t>Sources: </a:t>
            </a:r>
            <a:r>
              <a:rPr sz="900" u="sng">
                <a:solidFill>
                  <a:srgbClr val="D97757"/>
                </a:solidFill>
                <a:latin typeface="Calibri"/>
                <a:hlinkClick r:id="rId3"/>
              </a:rPr>
              <a:t>www.instagram.com/p/CfVrjDFgCPB/</a:t>
            </a:r>
            <a:r>
              <a:rPr sz="900">
                <a:solidFill>
                  <a:srgbClr val="999999"/>
                </a:solidFill>
                <a:latin typeface="Calibri"/>
              </a:rPr>
              <a:t>  |  </a:t>
            </a:r>
            <a:r>
              <a:rPr sz="900" u="sng">
                <a:solidFill>
                  <a:srgbClr val="D97757"/>
                </a:solidFill>
                <a:latin typeface="Calibri"/>
                <a:hlinkClick r:id="rId4"/>
              </a:rPr>
              <a:t>www.instagram.com/p/CuStB3aMpHZ/</a:t>
            </a:r>
            <a:r>
              <a:rPr sz="900">
                <a:solidFill>
                  <a:srgbClr val="999999"/>
                </a:solidFill>
                <a:latin typeface="Calibri"/>
              </a:rPr>
              <a:t>  |  </a:t>
            </a:r>
            <a:r>
              <a:rPr sz="900" u="sng">
                <a:solidFill>
                  <a:srgbClr val="D97757"/>
                </a:solidFill>
                <a:latin typeface="Calibri"/>
                <a:hlinkClick r:id="rId5"/>
              </a:rPr>
              <a:t>www.instagram.com/p/CsPCnk-vo5g/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383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Greg Black</cp:lastModifiedBy>
  <cp:revision>1</cp:revision>
  <dcterms:created xsi:type="dcterms:W3CDTF">2013-01-27T09:14:16Z</dcterms:created>
  <dcterms:modified xsi:type="dcterms:W3CDTF">2026-03-08T22:43:17Z</dcterms:modified>
  <cp:category/>
</cp:coreProperties>
</file>