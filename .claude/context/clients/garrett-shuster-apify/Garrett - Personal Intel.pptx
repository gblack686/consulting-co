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instagram.com/garee_styles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instagram.com/garee_styles/" TargetMode="External"/><Relationship Id="rId3" Type="http://schemas.openxmlformats.org/officeDocument/2006/relationships/hyperlink" Target="https://www.instagram.com/p/DVlt7weCrmr/" TargetMode="External"/><Relationship Id="rId4" Type="http://schemas.openxmlformats.org/officeDocument/2006/relationships/hyperlink" Target="https://www.instagram.com/p/ConSzVRpyUQ/" TargetMode="External"/><Relationship Id="rId5" Type="http://schemas.openxmlformats.org/officeDocument/2006/relationships/hyperlink" Target="https://www.instagram.com/p/DVd35STERwx/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instagram.com/p/DVlt7weCrmr/" TargetMode="External"/><Relationship Id="rId3" Type="http://schemas.openxmlformats.org/officeDocument/2006/relationships/hyperlink" Target="https://www.instagram.com/garee_styles/" TargetMode="External"/><Relationship Id="rId4" Type="http://schemas.openxmlformats.org/officeDocument/2006/relationships/hyperlink" Target="https://www.instagram.com/p/ConSzVRpyUQ/" TargetMode="External"/><Relationship Id="rId5" Type="http://schemas.openxmlformats.org/officeDocument/2006/relationships/hyperlink" Target="https://www.instagram.com/p/DVd35STERwx/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instagram.com/garee_styles/" TargetMode="External"/><Relationship Id="rId3" Type="http://schemas.openxmlformats.org/officeDocument/2006/relationships/hyperlink" Target="https://www.instagram.com/p/DVlt7weCrmr/" TargetMode="External"/><Relationship Id="rId4" Type="http://schemas.openxmlformats.org/officeDocument/2006/relationships/hyperlink" Target="https://www.instagram.com/p/ConSzVRpyUQ/" TargetMode="External"/><Relationship Id="rId5" Type="http://schemas.openxmlformats.org/officeDocument/2006/relationships/hyperlink" Target="https://www.instagram.com/p/DVd35STERwx/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u="none" b="1">
                <a:solidFill>
                  <a:srgbClr val="2D2D2D"/>
                </a:solidFill>
                <a:latin typeface="Calibri"/>
                <a:hlinkClick r:id="rId2"/>
              </a:rPr>
              <a:t>Garrett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D97757"/>
                </a:solidFill>
                <a:latin typeface="Calibri"/>
              </a:defRPr>
            </a:pPr>
            <a:r>
              <a:t>Personal Intelligence Dossier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u="none" b="0">
                <a:solidFill>
                  <a:srgbClr val="666666"/>
                </a:solidFill>
                <a:latin typeface="Calibri"/>
                <a:hlinkClick r:id="rId2"/>
              </a:rPr>
              <a:t>@garee_styles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2026-03-08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Calibri"/>
              </a:defRPr>
            </a:pPr>
            <a:r>
              <a:t>Digital Footprint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u="none">
                <a:solidFill>
                  <a:srgbClr val="2D2D2D"/>
                </a:solidFill>
                <a:latin typeface="Calibri"/>
                <a:hlinkClick r:id="rId2"/>
              </a:rPr>
              <a:t>Bio: ""Taste over trends.""</a:t>
            </a:r>
          </a:p>
          <a:p>
            <a:pPr>
              <a:spcAft>
                <a:spcPts val="600"/>
              </a:spcAft>
            </a:pPr>
            <a:r>
              <a:rPr sz="1500" u="none">
                <a:solidFill>
                  <a:srgbClr val="2D2D2D"/>
                </a:solidFill>
                <a:latin typeface="Calibri"/>
                <a:hlinkClick r:id="rId2"/>
              </a:rPr>
              <a:t>Followers: 871 | Following: 639 | Posts: 7</a:t>
            </a:r>
          </a:p>
          <a:p>
            <a:pPr>
              <a:spcAft>
                <a:spcPts val="600"/>
              </a:spcAft>
            </a:pPr>
            <a:r>
              <a:rPr sz="1500" u="none">
                <a:solidFill>
                  <a:srgbClr val="2D2D2D"/>
                </a:solidFill>
                <a:latin typeface="Calibri"/>
                <a:hlinkClick r:id="rId2"/>
              </a:rPr>
              <a:t>Link in bio: None</a:t>
            </a:r>
          </a:p>
          <a:p>
            <a:pPr>
              <a:spcAft>
                <a:spcPts val="600"/>
              </a:spcAft>
            </a:pPr>
            <a:r>
              <a:rPr sz="1500" u="none">
                <a:solidFill>
                  <a:srgbClr val="2D2D2D"/>
                </a:solidFill>
                <a:latin typeface="Calibri"/>
                <a:hlinkClick r:id="rId2"/>
              </a:rPr>
              <a:t>Story highlights: None</a:t>
            </a:r>
          </a:p>
          <a:p>
            <a:pPr>
              <a:spcAft>
                <a:spcPts val="600"/>
              </a:spcAft>
            </a:pPr>
            <a:r>
              <a:rPr sz="1500" u="none">
                <a:solidFill>
                  <a:srgbClr val="2D2D2D"/>
                </a:solidFill>
                <a:latin typeface="Calibri"/>
                <a:hlinkClick r:id="rId2"/>
              </a:rPr>
              <a:t>Content themes: Based on 7 post captions analyzed via Apify.</a:t>
            </a:r>
          </a:p>
          <a:p>
            <a:pPr>
              <a:spcAft>
                <a:spcPts val="600"/>
              </a:spcAft>
            </a:pPr>
            <a:r>
              <a:rPr sz="1500" u="none">
                <a:solidFill>
                  <a:srgbClr val="2D2D2D"/>
                </a:solidFill>
                <a:latin typeface="Calibri"/>
                <a:hlinkClick r:id="rId2"/>
              </a:rPr>
              <a:t>Engagement rate: 8.2% (66 avg likes + 6 avg comments / 871 followers)</a:t>
            </a:r>
          </a:p>
          <a:p>
            <a:pPr>
              <a:spcAft>
                <a:spcPts val="600"/>
              </a:spcAft>
            </a:pPr>
            <a:r>
              <a:rPr sz="1500" u="none">
                <a:solidFill>
                  <a:srgbClr val="2D2D2D"/>
                </a:solidFill>
                <a:latin typeface="Calibri"/>
                <a:hlinkClick r:id="rId2"/>
              </a:rPr>
              <a:t>Post frequency: 7 recent posts analyzed</a:t>
            </a:r>
          </a:p>
          <a:p>
            <a:pPr>
              <a:spcAft>
                <a:spcPts val="600"/>
              </a:spcAft>
            </a:pPr>
            <a:r>
              <a:rPr sz="1500" u="none">
                <a:solidFill>
                  <a:srgbClr val="2D2D2D"/>
                </a:solidFill>
                <a:latin typeface="Calibri"/>
                <a:hlinkClick r:id="rId2"/>
              </a:rPr>
              <a:t>Comment quality: 23 unique commenters across 30 comments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999999"/>
                </a:solidFill>
                <a:latin typeface="Calibri"/>
              </a:rPr>
              <a:t>Sources: </a:t>
            </a:r>
            <a:r>
              <a:rPr sz="900" u="sng">
                <a:solidFill>
                  <a:srgbClr val="D97757"/>
                </a:solidFill>
                <a:latin typeface="Calibri"/>
                <a:hlinkClick r:id="rId3"/>
              </a:rPr>
              <a:t>www.instagram.com/p/DVlt7weCrmr/</a:t>
            </a:r>
            <a:r>
              <a:rPr sz="900">
                <a:solidFill>
                  <a:srgbClr val="999999"/>
                </a:solidFill>
                <a:latin typeface="Calibri"/>
              </a:rPr>
              <a:t>  |  </a:t>
            </a:r>
            <a:r>
              <a:rPr sz="900" u="sng">
                <a:solidFill>
                  <a:srgbClr val="D97757"/>
                </a:solidFill>
                <a:latin typeface="Calibri"/>
                <a:hlinkClick r:id="rId4"/>
              </a:rPr>
              <a:t>www.instagram.com/p/ConSzVRpyUQ/</a:t>
            </a:r>
            <a:r>
              <a:rPr sz="900">
                <a:solidFill>
                  <a:srgbClr val="999999"/>
                </a:solidFill>
                <a:latin typeface="Calibri"/>
              </a:rPr>
              <a:t>  |  </a:t>
            </a:r>
            <a:r>
              <a:rPr sz="900" u="sng">
                <a:solidFill>
                  <a:srgbClr val="D97757"/>
                </a:solidFill>
                <a:latin typeface="Calibri"/>
                <a:hlinkClick r:id="rId5"/>
              </a:rPr>
              <a:t>www.instagram.com/p/DVd35STERwx/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Calibri"/>
              </a:defRPr>
            </a:pPr>
            <a:r>
              <a:t>Photo 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66666"/>
                </a:solidFill>
                <a:latin typeface="Calibri"/>
              </a:defRPr>
            </a:pPr>
            <a:r>
              <a:t>No Instagram screenshots available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Calibri"/>
              </a:defRPr>
            </a:pPr>
            <a:r>
              <a:t>Personal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280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97757"/>
                </a:solidFill>
                <a:latin typeface="Calibri"/>
              </a:defRPr>
            </a:pPr>
            <a:r>
              <a:t>Influences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536192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u="none" b="0">
                <a:solidFill>
                  <a:srgbClr val="2D2D2D"/>
                </a:solidFill>
                <a:latin typeface="Calibri"/>
                <a:hlinkClick r:id="rId2"/>
              </a:rPr>
              <a:t>@hectorbellerin — tagged/mentioned in posts | @khanijo — tagged/mentioned in posts | @mr.khanijo — tagged/mentioned in posts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103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97757"/>
                </a:solidFill>
                <a:latin typeface="Calibri"/>
              </a:defRPr>
            </a:pPr>
            <a:r>
              <a:t>Travel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359152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u="none" b="0">
                <a:solidFill>
                  <a:srgbClr val="2D2D2D"/>
                </a:solidFill>
                <a:latin typeface="Calibri"/>
                <a:hlinkClick r:id="rId2"/>
              </a:rPr>
              <a:t>Cascais, Portugal | La Brea | White City, London | Conversation Starters (Personal) | 1. Bio reference: "Your bio says \"Taste over trends.\" — what does that mean to you?" | 2. Post reference: "You 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9260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97757"/>
                </a:solidFill>
                <a:latin typeface="Calibri"/>
              </a:defRPr>
            </a:pPr>
            <a:r>
              <a:t>Hobbies / Lifestyle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182112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u="none" b="0">
                <a:solidFill>
                  <a:srgbClr val="2D2D2D"/>
                </a:solidFill>
                <a:latin typeface="Calibri"/>
                <a:hlinkClick r:id="rId3"/>
              </a:rPr>
              <a:t>Based on 7 post captions analyzed via Apify.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09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999999"/>
                </a:solidFill>
                <a:latin typeface="Calibri"/>
              </a:rPr>
              <a:t>Sources: </a:t>
            </a:r>
            <a:r>
              <a:rPr sz="900" u="sng">
                <a:solidFill>
                  <a:srgbClr val="D97757"/>
                </a:solidFill>
                <a:latin typeface="Calibri"/>
                <a:hlinkClick r:id="rId2"/>
              </a:rPr>
              <a:t>www.instagram.com/p/DVlt7weCrmr/</a:t>
            </a:r>
            <a:r>
              <a:rPr sz="900">
                <a:solidFill>
                  <a:srgbClr val="999999"/>
                </a:solidFill>
                <a:latin typeface="Calibri"/>
              </a:rPr>
              <a:t>  |  </a:t>
            </a:r>
            <a:r>
              <a:rPr sz="900" u="sng">
                <a:solidFill>
                  <a:srgbClr val="D97757"/>
                </a:solidFill>
                <a:latin typeface="Calibri"/>
                <a:hlinkClick r:id="rId4"/>
              </a:rPr>
              <a:t>www.instagram.com/p/ConSzVRpyUQ/</a:t>
            </a:r>
            <a:r>
              <a:rPr sz="900">
                <a:solidFill>
                  <a:srgbClr val="999999"/>
                </a:solidFill>
                <a:latin typeface="Calibri"/>
              </a:rPr>
              <a:t>  |  </a:t>
            </a:r>
            <a:r>
              <a:rPr sz="900" u="sng">
                <a:solidFill>
                  <a:srgbClr val="D97757"/>
                </a:solidFill>
                <a:latin typeface="Calibri"/>
                <a:hlinkClick r:id="rId5"/>
              </a:rPr>
              <a:t>www.instagram.com/p/DVd35STERwx/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Calibri"/>
              </a:defRPr>
            </a:pPr>
            <a:r>
              <a:t>Conversation Starters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u="none">
                <a:solidFill>
                  <a:srgbClr val="2D2D2D"/>
                </a:solidFill>
                <a:latin typeface="Calibri"/>
                <a:hlinkClick r:id="rId2"/>
              </a:rPr>
              <a:t>Bio reference: "Your bio says \"Taste over trends.\" — what does that mean to you?"</a:t>
            </a:r>
          </a:p>
          <a:p>
            <a:pPr>
              <a:spcAft>
                <a:spcPts val="600"/>
              </a:spcAft>
            </a:pPr>
            <a:r>
              <a:rPr sz="1600" u="none">
                <a:solidFill>
                  <a:srgbClr val="2D2D2D"/>
                </a:solidFill>
                <a:latin typeface="Calibri"/>
                <a:hlinkClick r:id="rId3"/>
              </a:rPr>
              <a:t>Post reference: "You posted \"Every eye needs a teacher. 📷 @khanijo...\" — what was that about?"</a:t>
            </a:r>
          </a:p>
          <a:p>
            <a:pPr>
              <a:spcAft>
                <a:spcPts val="600"/>
              </a:spcAft>
            </a:pPr>
            <a:r>
              <a:rPr sz="1600" u="none">
                <a:solidFill>
                  <a:srgbClr val="2D2D2D"/>
                </a:solidFill>
                <a:latin typeface="Calibri"/>
                <a:hlinkClick r:id="rId4"/>
              </a:rPr>
              <a:t>Post reference: "You posted \"An excursion into self-expression...\" — what was that about?"</a:t>
            </a:r>
          </a:p>
          <a:p>
            <a:pPr>
              <a:spcAft>
                <a:spcPts val="600"/>
              </a:spcAft>
            </a:pPr>
            <a:r>
              <a:rPr sz="1600" u="none">
                <a:solidFill>
                  <a:srgbClr val="2D2D2D"/>
                </a:solidFill>
                <a:latin typeface="Calibri"/>
                <a:hlinkClick r:id="rId5"/>
              </a:rPr>
              <a:t>Post reference: "You posted \"Started documenting the build. More soon....\" — what was that about?"</a:t>
            </a:r>
          </a:p>
          <a:p>
            <a:pPr>
              <a:spcAft>
                <a:spcPts val="600"/>
              </a:spcAft>
            </a:pPr>
            <a:r>
              <a:rPr sz="1600" u="none">
                <a:solidFill>
                  <a:srgbClr val="2D2D2D"/>
                </a:solidFill>
                <a:latin typeface="Calibri"/>
                <a:hlinkClick r:id="rId2"/>
              </a:rPr>
              <a:t>Travel: "How was White City, London?"</a:t>
            </a:r>
          </a:p>
          <a:p>
            <a:pPr>
              <a:spcAft>
                <a:spcPts val="600"/>
              </a:spcAft>
            </a:pPr>
            <a:r>
              <a:rPr sz="1600" u="none">
                <a:solidFill>
                  <a:srgbClr val="2D2D2D"/>
                </a:solidFill>
                <a:latin typeface="Calibri"/>
                <a:hlinkClick r:id="rId2"/>
              </a:rPr>
              <a:t>Connection: "How do you know @hectorbellerin?"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999999"/>
                </a:solidFill>
                <a:latin typeface="Calibri"/>
              </a:rPr>
              <a:t>Sources: </a:t>
            </a:r>
            <a:r>
              <a:rPr sz="900" u="sng">
                <a:solidFill>
                  <a:srgbClr val="D97757"/>
                </a:solidFill>
                <a:latin typeface="Calibri"/>
                <a:hlinkClick r:id="rId3"/>
              </a:rPr>
              <a:t>www.instagram.com/p/DVlt7weCrmr/</a:t>
            </a:r>
            <a:r>
              <a:rPr sz="900">
                <a:solidFill>
                  <a:srgbClr val="999999"/>
                </a:solidFill>
                <a:latin typeface="Calibri"/>
              </a:rPr>
              <a:t>  |  </a:t>
            </a:r>
            <a:r>
              <a:rPr sz="900" u="sng">
                <a:solidFill>
                  <a:srgbClr val="D97757"/>
                </a:solidFill>
                <a:latin typeface="Calibri"/>
                <a:hlinkClick r:id="rId4"/>
              </a:rPr>
              <a:t>www.instagram.com/p/ConSzVRpyUQ/</a:t>
            </a:r>
            <a:r>
              <a:rPr sz="900">
                <a:solidFill>
                  <a:srgbClr val="999999"/>
                </a:solidFill>
                <a:latin typeface="Calibri"/>
              </a:rPr>
              <a:t>  |  </a:t>
            </a:r>
            <a:r>
              <a:rPr sz="900" u="sng">
                <a:solidFill>
                  <a:srgbClr val="D97757"/>
                </a:solidFill>
                <a:latin typeface="Calibri"/>
                <a:hlinkClick r:id="rId5"/>
              </a:rPr>
              <a:t>www.instagram.com/p/DVd35STERwx/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