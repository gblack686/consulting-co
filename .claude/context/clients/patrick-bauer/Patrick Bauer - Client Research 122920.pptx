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2D2D"/>
                </a:solidFill>
                <a:latin typeface="Calibri"/>
              </a:defRPr>
            </a:pPr>
            <a:r>
              <a:t>Patrick Bauer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97757"/>
                </a:solidFill>
                <a:latin typeface="Calibri"/>
              </a:defRPr>
            </a:pPr>
            <a:r>
              <a:t>Client Research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2026-03-08  |  GBAutomation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Director of Business Strategy, Advisory Practice @ Acquisition.com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Profile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Name: Patrick Bauer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Headline: Director of Business Strategy, Advisory Practice @ Acquisition.com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Location: Las Vegas, Nevada, United States (previously Santa Monica, CA)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Current Role: Director of Business Strategy (Sales &amp; Growth) at Acquisition.com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Connection: 1st (105 mutual connections including Graham, Tom)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LinkedIn: https://www.linkedin.com/in/patrick-bauer-86a29527/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Session: TBD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LinkedIn Profile</a:t>
            </a:r>
          </a:p>
        </p:txBody>
      </p:sp>
      <p:pic>
        <p:nvPicPr>
          <p:cNvPr id="4" name="Picture 3" descr="profile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63205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Career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Director of Business Strategy (Sales &amp; Growth), Advisory Practice  |  Acquisition.com** - Full-time  |  Jan 2026 - Present (3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Las Vegas, Nevada, United States - On-site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Investor  |  Winrate** (AI-powered meeting scheduling app, pre-seed, Boston)  |  Dec 2024 - Present (1 yr 4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Co-Founder | Head of Commercial Development &amp; Advisory  |  Amherst Brands / Amherst Advisory** - Full-time  |  Nov 2019 - Dec 2025 (6 yrs 2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Santa Monica, California &amp; Dallas, Texas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Co-Founder &amp; Head of Expansion  |  Avenoo** - Full-time  |  Mar 2021 - Nov 2025 (4 yrs 9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Santa Monica, California - Hybrid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Director Of Business Development &amp; Strategic Partnerships  |  Cura Cannabis Solutions** - Full-time  |  Jun 2019 - Nov 2019 (6 mos)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Led new market expansion pre-acquisition. Cura Partners (parent of Select Oil brand) was acquired by Curaleaf Holdings f...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Earlier Career  |  - **ELLO Capital** - role details unknown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- **SoCalGas (Southern California Gas Company)** - aligns with Penn State Energy Business degree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Earlier Career  |  - **ELLO Capital** - role details unknown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- **SoCalGas (Southern California Gas Company)** - aligns with Penn State Energy Business degree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Company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Acquisition.com (Current)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Founded by**: Alex Hormozi &amp; Leila Hormozi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What they do**: PE/advisory firm partnering with $1M-$10M EBITDA founders, acquires 20-30% equity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Portfolio**: $250M+ annual revenue across portfolio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Amherst Brands Ecosystem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Avenoo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URL**: avenoo.com | app.avenoo.com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Stack**: WordPress marketing site, custom web app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Tone**: Irreverent SaaS copywriting ("too f***ing chaotic", "Launch Math Robots")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Avenoo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URL**: avenoo.com | app.avenoo.com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Stack**: WordPress marketing site, custom web app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    Tone**: Irreverent SaaS copywriting ("too f***ing chaotic", "Launch Math Robots")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Amherst Advisory — amherstadvisory.com</a:t>
            </a:r>
          </a:p>
        </p:txBody>
      </p:sp>
      <p:pic>
        <p:nvPicPr>
          <p:cNvPr id="4" name="Picture 3" descr="amherst-advisory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71007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Avenoo — Vendor Management Platform</a:t>
            </a:r>
          </a:p>
        </p:txBody>
      </p:sp>
      <p:pic>
        <p:nvPicPr>
          <p:cNvPr id="4" name="Picture 3" descr="avenoo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52068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Proprietary Systems &amp;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Sales Engines  —  Repeatable sales engines for 60+ CPG brands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GTM Systems  —  National expansion playbooks across 39 states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CRM Architecture  —  Pipeliner CRM implementation (confirmed via video testimonial)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Forecasting Dashboards  —  Pipeline and revenue forecasting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KPI Frameworks  —  Sales team measurement frameworks  (Amherst)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Retail Access Code  —  Unique codes retailers share with wanted vendors  (Avenoo)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Certified Submission System  —  Standardized vendor-to-retailer product submissions  (Avenoo)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Platform Taxonomy  —  Workflow and data structures for B2B commerce  (Avenoo)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Commercial Workflows  —  17K+ transactions distilled into repeatable processes  (Avenoo)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Services &amp;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57"/>
                </a:solidFill>
                <a:latin typeface="Calibri"/>
              </a:defRPr>
            </a:pPr>
            <a:r>
              <a:t>LinkedIn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57"/>
                </a:solidFill>
                <a:latin typeface="Calibri"/>
              </a:defRPr>
            </a:pPr>
            <a:r>
              <a:t>Core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Brand Consulting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Demand Generation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Financial Advisory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Lead Generation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Management Consulting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Pricing Strategy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Search Engine Optimization (SEO)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Business Consulting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Email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Brand Management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Establishing Strategic Partnerships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Go-to-Market Strategy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Strategic Consulting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Product Strategy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B2B Software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Business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Education &amp;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57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57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Penn State University - BS Energy Business and Finance (Oil &amp; Gas), 2008-2012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Charles University (Prague) - Economics, Foreign Relations, 2011 (study abroad)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Czech</a:t>
            </a:r>
          </a:p>
          <a:p>
            <a:pPr>
              <a:spcAft>
                <a:spcPts val="6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Spanish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Video &amp; Media Appearances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**Pipeliner CRM Testimonial** (Facebook video): Patrick as "President, Amherst Brands" discussing CRM-driven sales optimization. Quote: "I highly suggest using Pipeliner, it is a tool that has absolutely sky-rocketed our business to where it needs to be."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https://www.facebook.com/pipelinercrm/videos/617852646757521/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https://www.pipelinersales.com/sales/case-studies-testimonials/amherst-brands/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Personal &amp; Digital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**Instagram**: None (confirmed)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**Social media presence**: Very low — no personal Twitter/X, TikTok, or public Facebook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**Podcast appearances**: None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**Books**: None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**Awards**: None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**Sports**: None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**Charity/community**: None found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**IMDB**: None (different Patrick Bauer — horror film director)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**Family/spouse**: Not publicly available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**$1B exit proximity** — was at Cura Cannabis during pre-acquisition positioning before $1B Curaleaf deal. Understands M&amp;A preparation and what makes a company acquisition-ready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**Hormozi's inner circle** — now at Acquisition.com advising $3M-$150M businesses. Has access to the Hormozi playbook (offers, leads, scaling frameworks)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**Regulatory navigation expert** — built a national business in hemp/THC/delta-8/CBD across 39 states, one of the most complex regulatory landscapes in CPG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**Platform builder** — Avenoo proves he can conceive, build, and ship a SaaS product. The Retail Access Code is a genuinely novel mechanism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**Penn State connection** — 2011-2012 overlap, 105 mutual connections. Strong warm intro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Key Takeaways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**CRM philosopher** — public testimonial for Pipeliner CRM; likely has strong opinions on sales ops tooling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**AI/automation goldmine** — his expertise in CRM architecture, forecasting dashboards, KPI frameworks, and sales engines are all prime targets for AI agent augmentation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**Vertically integrated thinker** — advisory + distribution + SaaS platform all serving the same market. Understands the full stack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**International perspective** — studied in Prague, speaks Czech and Spanish. Has operated across 39 US states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**Low digital footprint** — no Instagram, no personal brand content. Prefers to operate behind the scenes. Approach as a builder, not an influencer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Conversation Starters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**Pipeliner CRM** -- he gave a public testimonial; ask about his CRM philosophy and how he'd architect CRM for a new portfolio company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**Cura Cannabis / Select Oil** -- he was there pre-acquisition ($1B deal); great M&amp;A positioning story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**Penn State Energy Business &amp; Finance** -- unique degree; how did energy sector lead to cannabis/CPG?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**Prague / Charles University** -- study abroad in economics; speaks Czech and Spanish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**Avenoo's 17K transactions** -- what patterns did he see in B2B commerce? What would he do differently?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**Transition to Acquisition.com** -- why leave his own companies to join Hormozi's team? What's the vision?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**Alternative wellness regulatory landscape** -- deep expertise navigating hemp/THC/delta-8 compliance across 39 states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Session: TBD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Prepare 3 tailored questions from Key Takeaways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Reference Penn State connection in opening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Explore AI/automation angles for his sales ops + CRM expertise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Demo an AI agent use case relevant to CPG brand advisory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Ask about Acquisition.com's internal tooling needs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Follow up on mutual connections (Graham, Tom) for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